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human-in-the-loop, not autonomous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governance layer as the trust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Oracle AI DBA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Governed, SOP-Driven Database Operations Platform</a:t>
            </a:r>
          </a:p>
          <a:p>
            <a:r>
              <a:t>[Organization] |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Problem: Manual SOPs, ad-hoc SQL, inconsistent incident response</a:t>
            </a:r>
          </a:p>
          <a:p>
            <a:pPr>
              <a:defRPr sz="1800"/>
            </a:pPr>
            <a:r>
              <a:t>Solution: AI assistant + SOP playbooks + live diagnostics + human approval</a:t>
            </a:r>
          </a:p>
          <a:p>
            <a:pPr>
              <a:defRPr sz="1800"/>
            </a:pPr>
            <a:r>
              <a:t>Current: Working prototype with SOP matching, diagnostics, and change requests</a:t>
            </a:r>
          </a:p>
          <a:p>
            <a:pPr>
              <a:defRPr sz="1800"/>
            </a:pPr>
            <a:r>
              <a:t>Value: Faster ops, lower risk, repeatable compliance-friendly processes</a:t>
            </a:r>
          </a:p>
          <a:p>
            <a:pPr>
              <a:defRPr sz="1800"/>
            </a:pPr>
            <a:r>
              <a:t>Next: Multi-environment, audit logging, production-grade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Need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SOPs live in documents — slow during incidents</a:t>
            </a:r>
          </a:p>
          <a:p>
            <a:pPr>
              <a:defRPr sz="1800"/>
            </a:pPr>
            <a:r>
              <a:t>Manual SQL — errors and inconsistency</a:t>
            </a:r>
          </a:p>
          <a:p>
            <a:pPr>
              <a:defRPr sz="1800"/>
            </a:pPr>
            <a:r>
              <a:t>Tribal knowledge — key-person dependency</a:t>
            </a:r>
          </a:p>
          <a:p>
            <a:pPr>
              <a:defRPr sz="1800"/>
            </a:pPr>
            <a:r>
              <a:t>Limited audit trail — compliance gaps</a:t>
            </a:r>
          </a:p>
          <a:p>
            <a:pPr>
              <a:defRPr sz="1800"/>
            </a:pPr>
            <a:r>
              <a:t>Single-environment — hard to scale safely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Platform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User asks in plain English</a:t>
            </a:r>
          </a:p>
          <a:p>
            <a:pPr>
              <a:defRPr sz="1400"/>
            </a:pPr>
            <a:r>
              <a:t>• Who is blocking my session?</a:t>
            </a:r>
          </a:p>
          <a:p>
            <a:pPr>
              <a:defRPr sz="1400"/>
            </a:pPr>
            <a:r>
              <a:t>• Kill stuck session</a:t>
            </a:r>
          </a:p>
          <a:p>
            <a:pPr>
              <a:defRPr sz="1400"/>
            </a:pPr>
            <a:r>
              <a:t>• Add 10GB to USERS tablespace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System delivers</a:t>
            </a:r>
          </a:p>
          <a:p>
            <a:pPr>
              <a:defRPr sz="1400"/>
            </a:pPr>
            <a:r>
              <a:t>• Matches SOP and runs diagnostic SQL</a:t>
            </a:r>
          </a:p>
          <a:p>
            <a:pPr>
              <a:defRPr sz="1400"/>
            </a:pPr>
            <a:r>
              <a:t>• Shows checklist + action preview</a:t>
            </a:r>
          </a:p>
          <a:p>
            <a:pPr>
              <a:defRPr sz="1400"/>
            </a:pPr>
            <a:r>
              <a:t>• Plans change + policy check</a:t>
            </a:r>
          </a:p>
          <a:p>
            <a:pPr>
              <a:defRPr sz="1400"/>
            </a:pPr>
            <a:r>
              <a:t>• DBA approves before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Layer 1: Business Users — DBAs, Support, Change Management</a:t>
            </a:r>
          </a:p>
          <a:p>
            <a:pPr>
              <a:defRPr sz="1800"/>
            </a:pPr>
            <a:r>
              <a:t>Layer 2: AI Assistant UI — chat, SOP checklists, approvals</a:t>
            </a:r>
          </a:p>
          <a:p>
            <a:pPr>
              <a:defRPr sz="1800"/>
            </a:pPr>
            <a:r>
              <a:t>Layer 3: Intelligent Routing — change requests, SOPs, known tasks</a:t>
            </a:r>
          </a:p>
          <a:p>
            <a:pPr>
              <a:defRPr sz="1800"/>
            </a:pPr>
            <a:r>
              <a:t>Layer 4: Governance — policy, approval gate, action guard ★</a:t>
            </a:r>
          </a:p>
          <a:p>
            <a:pPr>
              <a:defRPr sz="1800"/>
            </a:pPr>
            <a:r>
              <a:t>Layer 5: MCP Server → Oracle Database (DEV / UAT / PROD)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SOP Workflow — Controlled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Match — question matched to SOP playbook</a:t>
            </a:r>
          </a:p>
          <a:p>
            <a:pPr>
              <a:defRPr sz="1800"/>
            </a:pPr>
            <a:r>
              <a:t>2. Diagnose — live Oracle query (sessions, locks, tablespace)</a:t>
            </a:r>
          </a:p>
          <a:p>
            <a:pPr>
              <a:defRPr sz="1800"/>
            </a:pPr>
            <a:r>
              <a:t>3. Review — DBA reads checklist and results</a:t>
            </a:r>
          </a:p>
          <a:p>
            <a:pPr>
              <a:defRPr sz="1800"/>
            </a:pPr>
            <a:r>
              <a:t>4. Approve — human selects target and approves</a:t>
            </a:r>
          </a:p>
          <a:p>
            <a:pPr>
              <a:defRPr sz="1800"/>
            </a:pPr>
            <a:r>
              <a:t>5. Execute &amp; Verify — action runs; outcome confirmed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Management &amp;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In place today</a:t>
            </a:r>
          </a:p>
          <a:p>
            <a:pPr>
              <a:defRPr sz="1400"/>
            </a:pPr>
            <a:r>
              <a:t>• Human approval before execution</a:t>
            </a:r>
          </a:p>
          <a:p>
            <a:pPr>
              <a:defRPr sz="1400"/>
            </a:pPr>
            <a:r>
              <a:t>• SOP diagnostic SQL (evidence first)</a:t>
            </a:r>
          </a:p>
          <a:p>
            <a:pPr>
              <a:defRPr sz="1400"/>
            </a:pPr>
            <a:r>
              <a:t>• Change-request policy engine</a:t>
            </a:r>
          </a:p>
          <a:p>
            <a:pPr>
              <a:defRPr sz="1400"/>
            </a:pPr>
            <a:r>
              <a:t>• Read-only known tasks</a:t>
            </a:r>
          </a:p>
          <a:p>
            <a:pPr>
              <a:defRPr sz="1400"/>
            </a:pPr>
            <a:r>
              <a:t>• UI / execution server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Planned (recommended)</a:t>
            </a:r>
          </a:p>
          <a:p>
            <a:pPr>
              <a:defRPr sz="1400"/>
            </a:pPr>
            <a:r>
              <a:t>• Environment-based policy (DEV/UAT/PROD)</a:t>
            </a:r>
          </a:p>
          <a:p>
            <a:pPr>
              <a:defRPr sz="1400"/>
            </a:pPr>
            <a:r>
              <a:t>• Full audit log</a:t>
            </a:r>
          </a:p>
          <a:p>
            <a:pPr>
              <a:defRPr sz="1400"/>
            </a:pPr>
            <a:r>
              <a:t>• SSO / RBAC</a:t>
            </a:r>
          </a:p>
          <a:p>
            <a:pPr>
              <a:defRPr sz="1400"/>
            </a:pPr>
            <a:r>
              <a:t>• Post-action verification</a:t>
            </a:r>
          </a:p>
          <a:p>
            <a:pPr>
              <a:defRPr sz="1400"/>
            </a:pPr>
            <a:r>
              <a:t>• Dual approval for high-risk PROD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Phase 1 (4–6 wks): Stabilize — routing, config, DB identity</a:t>
            </a:r>
          </a:p>
          <a:p>
            <a:pPr>
              <a:defRPr sz="1800"/>
            </a:pPr>
            <a:r>
              <a:t>Phase 2 (6–8 wks): Govern — policy, audit, verification, tests</a:t>
            </a:r>
          </a:p>
          <a:p>
            <a:pPr>
              <a:defRPr sz="1800"/>
            </a:pPr>
            <a:r>
              <a:t>Phase 3 (ongoing): Scale — multi-DB, more SOPs, ticket integration</a:t>
            </a:r>
          </a:p>
          <a:p>
            <a:pPr>
              <a:defRPr sz="1800"/>
            </a:pPr>
            <a:r>
              <a:t>Recommendation: Approve Phase 1 + 2 for UAT/PROD pilot</a:t>
            </a:r>
          </a:p>
          <a:p>
            <a:pPr>
              <a:defRPr sz="1800"/>
            </a:pPr>
            <a:r>
              <a:t>Ask: Budget, DBA SOP sponsor, multi-env connectivity, security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